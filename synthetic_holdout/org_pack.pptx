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 moderated by Stephanie Pacheco. Keep directory confidential.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Vanguard Logistics &amp; Apex Health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Joint Strategic Operations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Directory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0058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685800">
                <a:tc>
                  <a:txBody>
                    <a:bodyPr/>
                    <a:lstStyle/>
                    <a:p>
                      <a:r>
                        <a:t>Assignee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Phone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Robert Jones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hudsonamanda@example.net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8952642290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Jorge Peters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eric70@example.net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001-463-731-7244x51838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Robin Miller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hardymandy@example.org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+1-410-786-2539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